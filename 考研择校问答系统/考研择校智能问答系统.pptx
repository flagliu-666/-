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大家好，欢迎参加本次分享。今天我将向大家介绍一款专为考研学子打造的智能工具——考研择校智能问答系统。它就像一座灯塔，在考研的茫茫学海中，为大家指引方向，是您专属的考研决策助手。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介绍将分为四个部分。首先，我们将探讨当前考研的背景和考生面临的痛点。接着，会详细介绍系统的六大核心功能。然后，我们会深入解析系统的技术架构和智能推荐算法。最后，总结系统的技术亮点和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首先，让我们进入第一部分，深入了解我们为什么要做这个项目，以及它旨在解决什么问题。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众所周知，考研的竞争越来越激烈，每年都有数百万人共同角逐有限的名额。同时，信息爆炸也给考生带来了巨大的困扰，如何从海量信息中筛选出对自己有用的内容，并做出正确的决策，是每个考研人都面临的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具体来说，考生主要面临三大痛点：信息获取难，个性化决策难，以及备考规划难。他们需要一个能整合信息、提供个性化建议并辅助备考的智能工具。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为了解决这些痛点，我们开发了考研择校智能问答系统。接下来，我将为大家详细介绍它的六大核心功能。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系统的第一个核心功能是智能择校。它能像一位经验丰富的学长，根据你的情况为你推荐最合适的院校。第二个功能是分数查询，它将所有复杂的分数线数据整合在一起，让你对目标院校的分数要求一目了然。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第三个功能是学科评估，它能告诉你每个专业在全国的真实水平，帮助你做出更理性的选择。第四个功能是备考指导，系统会为你量身定制复习计划和资料推荐，让你的备考之路不再迷茫。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功能是政策解读，让你时刻紧跟考研政策的变化，确保你不会因为信息闭塞而错过任何关键机会。最后一个功能是学硕与专硕的对比分析，它会从培养、考试、就业等维度帮你理清两者的区别，避免盲目跟风，从而做出更符合自己职业规划的选择。到这里，我们介绍了六大功能，它们共同构成了一个完整的考研决策支持体系，全方位地辅助大家备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了解了功能，我们再来看看背后的技术支撑。第三部分，我将介绍系统的技术架构和核心算法。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经典的三层架构设计。数据层负责存储和管理所有核心数据，如院校库、知识库等；业务层是系统的大脑，包含了问答、推荐等核心逻辑，处理复杂的业务需求；应用层则通过Web界面、命令行工具和API接口等多种方式与用户交互。这种清晰的分层设计有效降低了系统的耦合度，既保证了系统的稳定性和高效性，也为未来的功能扩展打下了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准确性建立在高质量的数据之上。我们的数据来源广泛且权威，包括官方发布的文件和数据，以及大量来自学长学姐的真实经验分享。并且，我们会持续更新这些数据，确保为用户提供最及时、最准确的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智能推荐是我们系统的核心。算法会首先分析用户输入的信息，然后进行院校匹配，并通过一个性价比模型进行排序，最终给出最科学的推荐结果。例如，对于不同分数段的同学，系统会给出不同层次的院校建议，帮助大家精准定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最后，让我们来总结一下系统的几大技术亮点和它的核心价值。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有三大技术亮点。首先是完全的离线运行能力，这不仅保护了您的隐私，也让您随时随地都能使用。其次是极快的响应速度，所有查询都能瞬间完成。最后，系统具有良好的扩展性，能够持续更新和进化，为您提供更优质的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总结来说，考研择校智能问答系统是您专属的考研决策助手。它专注于考研场景，通过数据驱动和智能算法，为每一位考生赋能，让大家的考研之路走得更清晰、更高效。我的介绍到此结束，感谢大家的聆听！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sv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11" Type="http://schemas.openxmlformats.org/officeDocument/2006/relationships/image" Target="../media/image9.svg"/><Relationship Id="rId5" Type="http://schemas.openxmlformats.org/officeDocument/2006/relationships/image" Target="../media/image15.svg"/><Relationship Id="rId10" Type="http://schemas.openxmlformats.org/officeDocument/2006/relationships/image" Target="../media/image19.svg"/><Relationship Id="rId4" Type="http://schemas.openxmlformats.org/officeDocument/2006/relationships/image" Target="../media/image14.svg"/><Relationship Id="rId9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29.sv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905000"/>
            <a:ext cx="533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考研择校</a:t>
            </a:r>
            <a:b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智能问答系统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683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您的专属考研决策助手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953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spc="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GRADUATE SCHOOL SMART Q&amp;A SYSTEM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0" y="1651000"/>
            <a:ext cx="4572000" cy="355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0" y="1905000"/>
            <a:ext cx="4064000" cy="3048000"/>
          </a:xfrm>
          <a:prstGeom prst="roundRect">
            <a:avLst>
              <a:gd name="adj" fmla="val 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0" y="2413000"/>
            <a:ext cx="1397000" cy="139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0" y="2413000"/>
            <a:ext cx="1397000" cy="1397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58000" y="4064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 · 科学择校 · 全程陪伴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8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2349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项目背景与痛点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考研现状与信息困境：从海量数据中突围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905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286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747000" y="2349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系统核心功能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六大功能，全方位助力考生备考与择校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4699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86000" y="4762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技术架构与算法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数据驱动，智能推荐算法背后的逻辑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4318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4699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47000" y="4762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技术亮点与总结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 · 高效 · 智能：打造极致的用户体验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B98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PROJECT BACKGROUND &amp; PAIN POINTS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考研现状：千军万马过独木桥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33600"/>
            <a:ext cx="685800" cy="685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1968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竞争激烈 · Competition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2025年考研报名人数预计突破500万大关，录取率持续走低，每一个名额背后都是成千上万的竞争对手。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784600"/>
            <a:ext cx="685800" cy="685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3619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信息过载 · Information Overload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院校官网、考研论坛、公众号等渠道信息繁杂，真真假假难以分辨，筛选有效信息耗费大量时间与精力。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5080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435600"/>
            <a:ext cx="685800" cy="685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5270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决策困难 · Difficult Decisions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如何结合自身实力与未来规划，在众多院校与专业中做出“性价比”最高的选择，是考生面临的最大难题。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50000" y="1778000"/>
            <a:ext cx="4826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8600" y="2540000"/>
            <a:ext cx="1828800" cy="1828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04000" y="4699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“我该从哪里开始？”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在迷茫与焦虑中寻找方向，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每一步选择都关乎未来的人生轨迹。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考生面临的三大痛点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413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66800" y="3302000"/>
            <a:ext cx="269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信息获取难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4064000"/>
            <a:ext cx="508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" y="4572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院校数据分散，查找耗时耗力，无法一站式获取。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缺乏统一、权威的信息平台，信息真假难辨。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8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749800" y="3302000"/>
            <a:ext cx="269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个性化决策难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49800" y="4064000"/>
            <a:ext cx="508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749800" y="4572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缺乏客观数据支持，难以评估自身实力与院校的匹配度。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缺乏科学的择校方法论和量化工具，容易盲目跟风。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2800" y="2413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432800" y="3302000"/>
            <a:ext cx="269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备考规划难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32800" y="4064000"/>
            <a:ext cx="508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432800" y="4572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不知如何根据目标院校的考试特点制定针对性复习计划。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备考资料良莠不齐，缺乏个性化的备考资料推荐。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B98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556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431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 FUNCTIONS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(1/3)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59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2159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智能择校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3175000"/>
            <a:ext cx="4445000" cy="1143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33500" y="3365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智能匹配：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根据你的分数、专业背景及意向地区，通过算法模型，为你精准匹配并推荐最适配的院校与专业方向。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45720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✨ 核心价值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彻底告别海量信息下的盲目搜索与纠结，为你提供科学、个性化的择校方案，极大节省决策时间，规避报考风险。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159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159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分数查询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175000"/>
            <a:ext cx="4445000" cy="1143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794500" y="3365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📊 数据整合：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全面整合历年国家线、各自主划线院校复试线及热门专业院线数据，支持按地区、专业、年份多维度快速查询对比。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45720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核心价值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直观掌握目标院校的分数门槛与竞争态势，帮助你在备考初期精准定位努力方向，制定合理的目标分数计划。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(2/3)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2413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学科评估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3556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▍描述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提供教育部最新学科评估结果，展示各院校专业实力排名，直观呈现学科建设水平。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4953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▍价值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帮助用户跳出“学校名气”的刻板印象，理性了解具体专业的真实实力，为择校择专业提供权威依据。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413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备考指导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556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▍描述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基于选定的目标院校和专业，精准匹配并推荐核心参考书目、内部复习资料以及高分学长学姐的备考经验分享。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4953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▍价值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为考生提供极具针对性的备考策略，有效规避信息差，帮助制定科学的复习计划，最大化提升复习效率。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(3/3)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4384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政策解读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556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描述：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实时更新考研最新政策、招生简章变化、调剂信息等，全方位覆盖考研关键节点。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495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确保用户及时掌握最新动态，消除信息差，不错过任何影响录取的重要政策信息。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413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24384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学专对比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556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描述：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从培养目标、考试难度、学费学制、就业方向等多个维度，详细拆解分析学硕与专硕的区别。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495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帮助用户打破认知盲区，结合自身兴趣与职业规划，在考研初期就做出最适合的院校专业选择。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B98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937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469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技术架构与算法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系统架构：分层设计，稳定高效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16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1905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Application Layer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937000" y="1968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Web 界面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Streamlit 构建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96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731000" y="1968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命令行工具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 CLI 交互模式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398000" y="1968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API 接口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支持第三方集成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3429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1016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143000" y="3683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Business Layer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000" y="3746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937000" y="3746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精准语义理解与匹配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374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31000" y="3746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个性化推荐算法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基于多维度特征分析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0" y="3746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398000" y="3746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规则匹配引擎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复杂逻辑自动化处理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080000"/>
            <a:ext cx="1016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143000" y="5334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Data Layer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0" y="5397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937000" y="5397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院校数据库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院校信息结构化存储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3000" y="5397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31000" y="5397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问答知识库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高质量问答语料库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0000" y="5397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398000" y="5397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分数线数据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历年录取与排名数据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数据来源：权威、全面、及时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286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57400" y="2095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官方数据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985/211高校官网、教育部学科评估结果、历年考研国家线等权威信息源。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286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518400" y="2095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官方文件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严格依据各院校发布的招生简章、专业初试科目大纲及最新考研政策文件整理。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699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57400" y="4508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经验数据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汇集往届学长学姐分享的真实备考复习规划、复试通关经验与行业就业去向数据。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4699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518400" y="4508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持续更新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建立常态化数据更新机制，定期核查信息源，第一时间更新，确保信息时效性与准确性。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智能推荐算法：科学匹配，精准推荐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203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20066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高考分数 / 位次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意向城市 / 专业</a:t>
            </a:r>
          </a:p>
        </p:txBody>
      </p:sp>
      <p:sp>
        <p:nvSpPr>
          <p:cNvPr id="6" name="AutoShape 6"/>
          <p:cNvSpPr/>
          <p:nvPr/>
        </p:nvSpPr>
        <p:spPr>
          <a:xfrm>
            <a:off x="2984500" y="1778000"/>
            <a:ext cx="203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000" y="203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683000" y="20066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智能分析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 / 特征提取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录取概率预测模型</a:t>
            </a:r>
          </a:p>
        </p:txBody>
      </p:sp>
      <p:sp>
        <p:nvSpPr>
          <p:cNvPr id="9" name="AutoShape 9"/>
          <p:cNvSpPr/>
          <p:nvPr/>
        </p:nvSpPr>
        <p:spPr>
          <a:xfrm>
            <a:off x="5207000" y="1778000"/>
            <a:ext cx="203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75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905500" y="20066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院校匹配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历年分数线对比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招生计划与位次匹配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429500" y="1778000"/>
            <a:ext cx="203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0" y="2032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128000" y="20066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性价比排序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专业评估 / 就业前景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升学深造资源分析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652000" y="1778000"/>
            <a:ext cx="1778000" cy="1524000"/>
          </a:xfrm>
          <a:prstGeom prst="roundRect">
            <a:avLst>
              <a:gd name="adj" fmla="val 1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9000" y="203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287000" y="20066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推荐结果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CFDF5"/>
                </a:solidFill>
                <a:latin typeface="Noto Sans SC"/>
                <a:ea typeface="Noto Sans SC"/>
                <a:cs typeface="Noto Sans SC"/>
                <a:sym typeface="Noto Sans SC"/>
              </a:rPr>
              <a:t>“冲稳保”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ECFDF5"/>
                </a:solidFill>
                <a:latin typeface="Noto Sans SC"/>
                <a:ea typeface="Noto Sans SC"/>
                <a:cs typeface="Noto Sans SC"/>
                <a:sym typeface="Noto Sans SC"/>
              </a:rPr>
              <a:t>最优方案生成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3683000"/>
            <a:ext cx="266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3683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39370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高分段 (≥380分)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锁定全国排名前列、学科实力强劲的顶尖985院校，在兼顾学校综合层次的同时，优选一线城市或行业头部的高校资源。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3619500" y="3683000"/>
            <a:ext cx="266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619500" y="3683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746500" y="39370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中高分段 (350-379分)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主攻强势211工程院校及特色鲜明的行业名校，优先选择该校国家级一流专业，平衡学校平台与专业适配度。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477000" y="3683000"/>
            <a:ext cx="266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77000" y="3683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04000" y="39370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中分段 (320-349分)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聚焦普通本科院校中的省级一流或王牌专业，以专业实力为核心考量，确保专业对口与未来就业的核心竞争力。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9334500" y="3683000"/>
            <a:ext cx="2095500" cy="24130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334500" y="3683000"/>
            <a:ext cx="2095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461500" y="3937000"/>
            <a:ext cx="1841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低分段 (&lt;320分)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结合各省调剂政策，推荐保底院校及备选升学路径，最大化录取成功率，规避滑档风险。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B98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技术亮点与总结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TECHNICAL HIGHLIGHTS &amp; SUMMARY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13000"/>
            <a:ext cx="863600" cy="863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952500" y="3556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离线运行，保护隐私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4445000"/>
            <a:ext cx="76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无需网络连接，所有数据本地存储，确保用户隐私安全。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2413000"/>
            <a:ext cx="863600" cy="863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35500" y="3556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快速响应，高效便捷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4445000"/>
            <a:ext cx="76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基于规则和本地数据库，实现毫秒级响应，查询体验流畅。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7200" y="2413000"/>
            <a:ext cx="863600" cy="863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18500" y="3556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灵活扩展，持续进化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98000" y="4445000"/>
            <a:ext cx="76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382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支持添加新的院校数据和问答知识，系统功能将不断丰富。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总结：您的专属考研决策助手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413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7686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159000" y="2667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专注考研场景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深耕考研垂直领域，全方位提供针对性的择校与备考专业服务。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2413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768600"/>
            <a:ext cx="812800" cy="812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0" y="2667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数据驱动决策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基于历年院校报录比、分数线等海量真实数据，为您提供科学建议。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546600"/>
            <a:ext cx="812800" cy="812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4445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智能提升效率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大幅节省繁琐的信息搜集与比对时间，将精力集中于核心备考，事半功倍。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4191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4546600"/>
            <a:ext cx="812800" cy="812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0" y="4445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赋能每一位考生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让迷茫的考研之路变得清晰可见，帮助每一位努力的考生高效圆梦。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0" y="596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PresentationFormat>宽屏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福临 刘</cp:lastModifiedBy>
  <cp:revision>1</cp:revision>
  <dcterms:modified xsi:type="dcterms:W3CDTF">2026-05-02T09:00:45Z</dcterms:modified>
</cp:coreProperties>
</file>